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verage"/>
      <p:regular r:id="rId13"/>
    </p:embeddedFon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verage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b0578aa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b0578aa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b0578aab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b0578aab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b0578aa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b0578aa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b0578aab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b0578aab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Blackjack By Bender!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2800"/>
              <a:t>(By Nichlas)</a:t>
            </a:r>
            <a:endParaRPr sz="28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Let’s go gambling!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Overview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2812800" y="1152475"/>
            <a:ext cx="351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da" sz="2200"/>
              <a:t>Objective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da" sz="2200"/>
              <a:t>Requirements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da" sz="2200"/>
              <a:t>Implementation</a:t>
            </a:r>
            <a:endParaRPr sz="22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a" sz="1800"/>
              <a:t>Basic Game Loop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a" sz="1800"/>
              <a:t>Testing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a"/>
              <a:t>Reflections</a:t>
            </a:r>
            <a:endParaRPr sz="18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da" sz="2200"/>
              <a:t>Demo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Defining Requirements</a:t>
            </a:r>
            <a:endParaRPr/>
          </a:p>
        </p:txBody>
      </p:sp>
      <p:grpSp>
        <p:nvGrpSpPr>
          <p:cNvPr id="72" name="Google Shape;72;p15"/>
          <p:cNvGrpSpPr/>
          <p:nvPr/>
        </p:nvGrpSpPr>
        <p:grpSpPr>
          <a:xfrm>
            <a:off x="1243275" y="1304875"/>
            <a:ext cx="2628925" cy="3416400"/>
            <a:chOff x="431925" y="1304875"/>
            <a:chExt cx="2628925" cy="3416400"/>
          </a:xfrm>
        </p:grpSpPr>
        <p:sp>
          <p:nvSpPr>
            <p:cNvPr id="73" name="Google Shape;73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5"/>
          <p:cNvSpPr txBox="1"/>
          <p:nvPr>
            <p:ph idx="4294967295" type="body"/>
          </p:nvPr>
        </p:nvSpPr>
        <p:spPr>
          <a:xfrm>
            <a:off x="13177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chemeClr val="lt1"/>
                </a:solidFill>
              </a:rPr>
              <a:t>MVP (Essential)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6" name="Google Shape;76;p15"/>
          <p:cNvSpPr txBox="1"/>
          <p:nvPr>
            <p:ph idx="4294967295" type="body"/>
          </p:nvPr>
        </p:nvSpPr>
        <p:spPr>
          <a:xfrm>
            <a:off x="13196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 sz="1300"/>
              <a:t>End states (Bust, Blackjack, Push)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 sz="1300"/>
              <a:t>All cards have a numerical value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 sz="1300"/>
              <a:t>Value of Ace is conditional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 sz="1300"/>
              <a:t>Cards are unique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 sz="1300"/>
              <a:t>Player is able to write an input to the console (Hit/Stand)</a:t>
            </a:r>
            <a:endParaRPr sz="1300"/>
          </a:p>
        </p:txBody>
      </p:sp>
      <p:grpSp>
        <p:nvGrpSpPr>
          <p:cNvPr id="77" name="Google Shape;77;p15"/>
          <p:cNvGrpSpPr/>
          <p:nvPr/>
        </p:nvGrpSpPr>
        <p:grpSpPr>
          <a:xfrm>
            <a:off x="5315325" y="1304875"/>
            <a:ext cx="2632500" cy="3416400"/>
            <a:chOff x="3320450" y="1304875"/>
            <a:chExt cx="2632500" cy="3416400"/>
          </a:xfrm>
        </p:grpSpPr>
        <p:sp>
          <p:nvSpPr>
            <p:cNvPr id="78" name="Google Shape;78;p15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5"/>
          <p:cNvSpPr txBox="1"/>
          <p:nvPr>
            <p:ph idx="4294967295" type="body"/>
          </p:nvPr>
        </p:nvSpPr>
        <p:spPr>
          <a:xfrm>
            <a:off x="53843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chemeClr val="lt1"/>
                </a:solidFill>
              </a:rPr>
              <a:t>Nice-To-Have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p15"/>
          <p:cNvSpPr txBox="1"/>
          <p:nvPr>
            <p:ph idx="4294967295" type="body"/>
          </p:nvPr>
        </p:nvSpPr>
        <p:spPr>
          <a:xfrm>
            <a:off x="539165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 sz="1300"/>
              <a:t>Splitting is an option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 sz="1300"/>
              <a:t>The player has a number of chips, with which they can bet, using </a:t>
            </a:r>
            <a:r>
              <a:rPr lang="da" sz="1300"/>
              <a:t>console</a:t>
            </a:r>
            <a:r>
              <a:rPr lang="da" sz="1300"/>
              <a:t> input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 sz="1300"/>
              <a:t>The player can Double Down or Surrender as an optional input</a:t>
            </a:r>
            <a:endParaRPr sz="1300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Implementation - Basic Game Loop</a:t>
            </a:r>
            <a:endParaRPr/>
          </a:p>
        </p:txBody>
      </p:sp>
      <p:pic>
        <p:nvPicPr>
          <p:cNvPr id="87" name="Google Shape;87;p16" title="Blackjack Diagram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88" y="1017725"/>
            <a:ext cx="865501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Implementation - Testing</a:t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891650" y="1282200"/>
            <a:ext cx="14223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Unit Testing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906375" y="1842225"/>
            <a:ext cx="29697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●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NUnit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●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Simulated inputs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●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Test cases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○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Complete all inputs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○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Push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○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Blackjack detection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○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Invalid inputs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●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Deterministic cards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6650" y="1399338"/>
            <a:ext cx="4963123" cy="29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Reflections</a:t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5165550" y="1230588"/>
            <a:ext cx="19233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Future works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5165550" y="1746288"/>
            <a:ext cx="2291700" cy="19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●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More test cases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○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Test more methods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○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Find more edge cases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●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Strings vs Enums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○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Type safety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○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Performance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●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OOP readability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1397575" y="1017713"/>
            <a:ext cx="19233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Challenges / Pitfalls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1360900" y="1746288"/>
            <a:ext cx="2291700" cy="19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●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Splitting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○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Hand separation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○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New end states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●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Bug fixing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○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Infinite rounds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○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Blackjack detection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●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Unit testing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○"/>
            </a:pPr>
            <a:r>
              <a:rPr lang="da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New experience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6000"/>
              <a:t>DEMO</a:t>
            </a:r>
            <a:endParaRPr sz="6000"/>
          </a:p>
        </p:txBody>
      </p:sp>
      <p:sp>
        <p:nvSpPr>
          <p:cNvPr id="110" name="Google Shape;110;p19"/>
          <p:cNvSpPr txBox="1"/>
          <p:nvPr/>
        </p:nvSpPr>
        <p:spPr>
          <a:xfrm>
            <a:off x="1966800" y="2270250"/>
            <a:ext cx="52104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3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Who wants to go gambling?</a:t>
            </a:r>
            <a:endParaRPr sz="3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